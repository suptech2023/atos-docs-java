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528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0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6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4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3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7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3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5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6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2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8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2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Adoption des versions Java (2025-2026)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sz="3200" dirty="0" err="1"/>
              <a:t>Vue</a:t>
            </a:r>
            <a:r>
              <a:rPr sz="3200" dirty="0"/>
              <a:t> </a:t>
            </a:r>
            <a:r>
              <a:rPr sz="3200" dirty="0" err="1"/>
              <a:t>globale</a:t>
            </a:r>
            <a:r>
              <a:rPr sz="3200" dirty="0"/>
              <a:t> des </a:t>
            </a:r>
            <a:r>
              <a:rPr sz="3200" dirty="0" err="1"/>
              <a:t>tendances</a:t>
            </a:r>
            <a:r>
              <a:rPr sz="3200" dirty="0"/>
              <a:t> et dominance des versions 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254"/>
            <a:ext cx="7772400" cy="892755"/>
          </a:xfrm>
        </p:spPr>
        <p:txBody>
          <a:bodyPr/>
          <a:lstStyle/>
          <a:p>
            <a:pPr algn="ctr"/>
            <a:r>
              <a:rPr dirty="0" err="1"/>
              <a:t>Utilisation</a:t>
            </a:r>
            <a:r>
              <a:rPr dirty="0"/>
              <a:t> de Java </a:t>
            </a:r>
            <a:r>
              <a:rPr dirty="0" err="1"/>
              <a:t>en</a:t>
            </a:r>
            <a:r>
              <a:rPr dirty="0"/>
              <a:t>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64882"/>
            <a:ext cx="7772400" cy="405079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sz="2800" dirty="0"/>
              <a:t>Java 17 : 45-61%</a:t>
            </a:r>
          </a:p>
          <a:p>
            <a:pPr>
              <a:lnSpc>
                <a:spcPct val="200000"/>
              </a:lnSpc>
            </a:pPr>
            <a:r>
              <a:rPr sz="2800" dirty="0"/>
              <a:t>Java 21 : 30-45%</a:t>
            </a:r>
          </a:p>
          <a:p>
            <a:pPr>
              <a:lnSpc>
                <a:spcPct val="200000"/>
              </a:lnSpc>
            </a:pPr>
            <a:r>
              <a:rPr sz="2800" dirty="0"/>
              <a:t>Java 11 : 15-37%</a:t>
            </a:r>
          </a:p>
          <a:p>
            <a:pPr>
              <a:lnSpc>
                <a:spcPct val="200000"/>
              </a:lnSpc>
            </a:pPr>
            <a:r>
              <a:rPr sz="2800" dirty="0"/>
              <a:t>Java 8 : 8-35%</a:t>
            </a:r>
          </a:p>
          <a:p>
            <a:pPr>
              <a:lnSpc>
                <a:spcPct val="200000"/>
              </a:lnSpc>
            </a:pPr>
            <a:r>
              <a:rPr sz="2800" dirty="0" err="1"/>
              <a:t>Autres</a:t>
            </a:r>
            <a:r>
              <a:rPr sz="2800" dirty="0"/>
              <a:t> : &lt;10%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4713"/>
            <a:ext cx="7772400" cy="626538"/>
          </a:xfrm>
        </p:spPr>
        <p:txBody>
          <a:bodyPr>
            <a:normAutofit fontScale="90000"/>
          </a:bodyPr>
          <a:lstStyle/>
          <a:p>
            <a:pPr algn="ctr"/>
            <a:r>
              <a:rPr dirty="0" err="1"/>
              <a:t>Tendance</a:t>
            </a:r>
            <a:r>
              <a:rPr dirty="0"/>
              <a:t> Java </a:t>
            </a:r>
            <a:r>
              <a:rPr dirty="0" err="1"/>
              <a:t>en</a:t>
            </a:r>
            <a:r>
              <a:rPr dirty="0"/>
              <a:t>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76456"/>
            <a:ext cx="7772400" cy="405079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sz="2800" dirty="0"/>
              <a:t>Java 21 : 45-55% (Leader)</a:t>
            </a:r>
          </a:p>
          <a:p>
            <a:pPr>
              <a:lnSpc>
                <a:spcPct val="200000"/>
              </a:lnSpc>
            </a:pPr>
            <a:r>
              <a:rPr sz="2800" dirty="0"/>
              <a:t>Java 17 : 30-40%</a:t>
            </a:r>
          </a:p>
          <a:p>
            <a:pPr>
              <a:lnSpc>
                <a:spcPct val="200000"/>
              </a:lnSpc>
            </a:pPr>
            <a:r>
              <a:rPr sz="2800" dirty="0"/>
              <a:t>Java 11 : 10-20%</a:t>
            </a:r>
          </a:p>
          <a:p>
            <a:pPr>
              <a:lnSpc>
                <a:spcPct val="200000"/>
              </a:lnSpc>
            </a:pPr>
            <a:r>
              <a:rPr sz="2800" dirty="0"/>
              <a:t>Java 8 : 5-15%</a:t>
            </a:r>
          </a:p>
          <a:p>
            <a:pPr>
              <a:lnSpc>
                <a:spcPct val="200000"/>
              </a:lnSpc>
            </a:pPr>
            <a:r>
              <a:rPr sz="2800" dirty="0"/>
              <a:t>Versions </a:t>
            </a:r>
            <a:r>
              <a:rPr sz="2800" dirty="0" err="1"/>
              <a:t>récentes</a:t>
            </a:r>
            <a:r>
              <a:rPr sz="2800" dirty="0"/>
              <a:t> : 5-10%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116"/>
            <a:ext cx="7772400" cy="973778"/>
          </a:xfrm>
        </p:spPr>
        <p:txBody>
          <a:bodyPr/>
          <a:lstStyle/>
          <a:p>
            <a:pPr algn="ctr"/>
            <a:r>
              <a:rPr dirty="0" err="1"/>
              <a:t>Qu'est-ce</a:t>
            </a:r>
            <a:r>
              <a:rPr dirty="0"/>
              <a:t> </a:t>
            </a:r>
            <a:r>
              <a:rPr dirty="0" err="1"/>
              <a:t>qu'une</a:t>
            </a:r>
            <a:r>
              <a:rPr dirty="0"/>
              <a:t> version LTS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39444"/>
            <a:ext cx="7772400" cy="405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sz="2800" dirty="0"/>
              <a:t>LTS = Long Term Support</a:t>
            </a:r>
          </a:p>
          <a:p>
            <a:pPr algn="just">
              <a:lnSpc>
                <a:spcPct val="150000"/>
              </a:lnSpc>
            </a:pPr>
            <a:r>
              <a:rPr sz="2800" dirty="0"/>
              <a:t>Support long </a:t>
            </a:r>
            <a:r>
              <a:rPr sz="2800" dirty="0" err="1"/>
              <a:t>terme</a:t>
            </a:r>
            <a:r>
              <a:rPr sz="2800" dirty="0"/>
              <a:t> (</a:t>
            </a:r>
            <a:r>
              <a:rPr sz="2800" dirty="0" err="1"/>
              <a:t>sécurité</a:t>
            </a:r>
            <a:r>
              <a:rPr sz="2800" dirty="0"/>
              <a:t> + </a:t>
            </a:r>
            <a:r>
              <a:rPr sz="2800" dirty="0" err="1"/>
              <a:t>correctifs</a:t>
            </a:r>
            <a:r>
              <a:rPr sz="2800" dirty="0"/>
              <a:t>)</a:t>
            </a:r>
          </a:p>
          <a:p>
            <a:pPr algn="just">
              <a:lnSpc>
                <a:spcPct val="150000"/>
              </a:lnSpc>
            </a:pPr>
            <a:r>
              <a:rPr sz="2800" dirty="0"/>
              <a:t>Stable pour la production</a:t>
            </a:r>
          </a:p>
          <a:p>
            <a:pPr algn="just">
              <a:lnSpc>
                <a:spcPct val="150000"/>
              </a:lnSpc>
            </a:pPr>
            <a:r>
              <a:rPr sz="2800" dirty="0" err="1"/>
              <a:t>Exemples</a:t>
            </a:r>
            <a:r>
              <a:rPr sz="2800" dirty="0"/>
              <a:t> : Java 8, 11, 17, 21</a:t>
            </a:r>
          </a:p>
          <a:p>
            <a:pPr algn="just">
              <a:lnSpc>
                <a:spcPct val="150000"/>
              </a:lnSpc>
            </a:pPr>
            <a:r>
              <a:rPr sz="2800" dirty="0" err="1"/>
              <a:t>Adoptée</a:t>
            </a:r>
            <a:r>
              <a:rPr sz="2800" dirty="0"/>
              <a:t> </a:t>
            </a:r>
            <a:r>
              <a:rPr sz="2800" dirty="0" err="1"/>
              <a:t>majoritairement</a:t>
            </a:r>
            <a:r>
              <a:rPr sz="2800" dirty="0"/>
              <a:t>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entreprise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9989"/>
            <a:ext cx="7772400" cy="811733"/>
          </a:xfrm>
        </p:spPr>
        <p:txBody>
          <a:bodyPr/>
          <a:lstStyle/>
          <a:p>
            <a:pPr algn="ctr"/>
            <a:r>
              <a:rPr dirty="0"/>
              <a:t>Insight </a:t>
            </a:r>
            <a:r>
              <a:rPr dirty="0" err="1"/>
              <a:t>clé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4801"/>
            <a:ext cx="7772400" cy="4050792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sz="3200" dirty="0"/>
              <a:t>80% des usages </a:t>
            </a:r>
            <a:r>
              <a:rPr sz="3200" dirty="0" err="1"/>
              <a:t>en</a:t>
            </a:r>
            <a:r>
              <a:rPr sz="3200" dirty="0"/>
              <a:t> production </a:t>
            </a:r>
            <a:r>
              <a:rPr sz="3200" dirty="0" err="1"/>
              <a:t>utilisent</a:t>
            </a:r>
            <a:r>
              <a:rPr sz="3200" dirty="0"/>
              <a:t> des versions LTS</a:t>
            </a:r>
          </a:p>
          <a:p>
            <a:pPr algn="just">
              <a:lnSpc>
                <a:spcPct val="200000"/>
              </a:lnSpc>
            </a:pPr>
            <a:r>
              <a:rPr sz="3200" dirty="0"/>
              <a:t>(Java 17 et Java 21 </a:t>
            </a:r>
            <a:r>
              <a:rPr sz="3200" dirty="0" err="1"/>
              <a:t>dominent</a:t>
            </a:r>
            <a:r>
              <a:rPr sz="3200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37391"/>
            <a:ext cx="7772400" cy="858031"/>
          </a:xfrm>
        </p:spPr>
        <p:txBody>
          <a:bodyPr/>
          <a:lstStyle/>
          <a:p>
            <a:pPr algn="ctr"/>
            <a:r>
              <a:rPr dirty="0" err="1"/>
              <a:t>Pourquoi</a:t>
            </a:r>
            <a:r>
              <a:rPr dirty="0"/>
              <a:t> Java 21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03778"/>
            <a:ext cx="7772400" cy="40507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sz="3200" dirty="0"/>
              <a:t>Virtual Threads (Project Loom)</a:t>
            </a:r>
          </a:p>
          <a:p>
            <a:pPr algn="just">
              <a:lnSpc>
                <a:spcPct val="200000"/>
              </a:lnSpc>
            </a:pPr>
            <a:r>
              <a:rPr sz="3200" dirty="0" err="1"/>
              <a:t>Amélioration</a:t>
            </a:r>
            <a:r>
              <a:rPr sz="3200" dirty="0"/>
              <a:t> des performances</a:t>
            </a:r>
          </a:p>
          <a:p>
            <a:pPr algn="just">
              <a:lnSpc>
                <a:spcPct val="200000"/>
              </a:lnSpc>
            </a:pPr>
            <a:r>
              <a:rPr sz="3200" dirty="0" err="1"/>
              <a:t>Nouvelles</a:t>
            </a:r>
            <a:r>
              <a:rPr sz="3200" dirty="0"/>
              <a:t> APIs </a:t>
            </a:r>
            <a:r>
              <a:rPr sz="3200" dirty="0" err="1"/>
              <a:t>modernes</a:t>
            </a:r>
            <a:endParaRPr sz="3200" dirty="0"/>
          </a:p>
          <a:p>
            <a:pPr algn="just">
              <a:lnSpc>
                <a:spcPct val="200000"/>
              </a:lnSpc>
            </a:pPr>
            <a:r>
              <a:rPr sz="3200" dirty="0" err="1"/>
              <a:t>Scalabilité</a:t>
            </a:r>
            <a:r>
              <a:rPr sz="3200" dirty="0"/>
              <a:t> </a:t>
            </a:r>
            <a:r>
              <a:rPr sz="3200" dirty="0" err="1"/>
              <a:t>améliorée</a:t>
            </a:r>
            <a:endParaRPr sz="3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4</TotalTime>
  <Words>152</Words>
  <Application>Microsoft Office PowerPoint</Application>
  <PresentationFormat>Affichage à l'écran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Rockwell</vt:lpstr>
      <vt:lpstr>Rockwell Condensed</vt:lpstr>
      <vt:lpstr>Wingdings</vt:lpstr>
      <vt:lpstr>Type de bois</vt:lpstr>
      <vt:lpstr>Adoption des versions Java (2025-2026)</vt:lpstr>
      <vt:lpstr>Utilisation de Java en 2025</vt:lpstr>
      <vt:lpstr>Tendance Java en 2026</vt:lpstr>
      <vt:lpstr>Qu'est-ce qu'une version LTS ?</vt:lpstr>
      <vt:lpstr>Insight clé</vt:lpstr>
      <vt:lpstr>Pourquoi Java 21 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Adoption des versions Java (2025-2026)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2026-03-25T01:42:11Z</dcterms:modified>
  <cp:category/>
</cp:coreProperties>
</file>