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5/7/2025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6000" dirty="0"/>
              <a:t>Résumé </a:t>
            </a:r>
            <a:r>
              <a:rPr lang="fr-FR" sz="6000" dirty="0" smtClean="0"/>
              <a:t/>
            </a:r>
            <a:br>
              <a:rPr lang="fr-FR" sz="6000" dirty="0" smtClean="0"/>
            </a:br>
            <a:r>
              <a:rPr lang="fr-FR" sz="6000" dirty="0" smtClean="0"/>
              <a:t>des </a:t>
            </a:r>
            <a:r>
              <a:rPr lang="fr-FR" sz="6000" dirty="0"/>
              <a:t>grands axes de la formation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pPr algn="ctr"/>
            <a:r>
              <a:rPr lang="fr-FR" b="1" dirty="0"/>
              <a:t>Java - Nouveautés des versions 8 à </a:t>
            </a:r>
            <a:r>
              <a:rPr lang="fr-FR" b="1" dirty="0" smtClean="0"/>
              <a:t>24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667823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Java 8 – Le grand tournant</a:t>
            </a: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5784" y="2280863"/>
            <a:ext cx="8825501" cy="348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48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800" dirty="0"/>
              <a:t>Java 9 – Modularité et outils interactifs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721" y="2486346"/>
            <a:ext cx="9534418" cy="302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009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800" dirty="0"/>
              <a:t>Java 10 à 13 – Productivité et lisibilité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5640" y="2239766"/>
            <a:ext cx="9287839" cy="356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507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800" dirty="0"/>
              <a:t>Java 14 à 17 – Robustesse et expressivité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0886" y="2250041"/>
            <a:ext cx="8856324" cy="355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477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400" dirty="0"/>
              <a:t>Java 18 à 24 – Performances et parallélisme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7011" y="2093976"/>
            <a:ext cx="9000162" cy="427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85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4" y="238052"/>
            <a:ext cx="10058400" cy="902379"/>
          </a:xfrm>
        </p:spPr>
        <p:txBody>
          <a:bodyPr/>
          <a:lstStyle/>
          <a:p>
            <a:pPr algn="ctr"/>
            <a:r>
              <a:rPr lang="fr-FR" dirty="0"/>
              <a:t>Bonnes pratiques transverses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974" y="1397286"/>
            <a:ext cx="9892552" cy="5188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625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 de bois</Template>
  <TotalTime>14</TotalTime>
  <Words>49</Words>
  <Application>Microsoft Office PowerPoint</Application>
  <PresentationFormat>Grand écran</PresentationFormat>
  <Paragraphs>8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Rockwell</vt:lpstr>
      <vt:lpstr>Rockwell Condensed</vt:lpstr>
      <vt:lpstr>Wingdings</vt:lpstr>
      <vt:lpstr>Type de bois</vt:lpstr>
      <vt:lpstr>Résumé  des grands axes de la formation</vt:lpstr>
      <vt:lpstr>Java 8 – Le grand tournant</vt:lpstr>
      <vt:lpstr>Java 9 – Modularité et outils interactifs</vt:lpstr>
      <vt:lpstr>Java 10 à 13 – Productivité et lisibilité</vt:lpstr>
      <vt:lpstr>Java 14 à 17 – Robustesse et expressivité</vt:lpstr>
      <vt:lpstr>Java 18 à 24 – Performances et parallélisme</vt:lpstr>
      <vt:lpstr>Bonnes pratiques transverses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Résumé  des grands axes de la formation</dc:title>
  <dc:creator>admin</dc:creator>
  <cp:lastModifiedBy>admin</cp:lastModifiedBy>
  <cp:revision>8</cp:revision>
  <dcterms:created xsi:type="dcterms:W3CDTF">2025-05-07T11:44:46Z</dcterms:created>
  <dcterms:modified xsi:type="dcterms:W3CDTF">2025-05-07T11:58:56Z</dcterms:modified>
</cp:coreProperties>
</file>